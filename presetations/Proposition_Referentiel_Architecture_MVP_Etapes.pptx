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Proposition de Référentiel d’Architecture d’Entreprise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Présentation MVP – Direction de l’Architecture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 du Référentiel – Phase MVP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• Centraliser les artefacts d’architecture</a:t>
            </a:r>
          </a:p>
          <a:p>
            <a:r>
              <a:t>• Structurer les informations : applications, processus, technologies</a:t>
            </a:r>
          </a:p>
          <a:p>
            <a:r>
              <a:t>• Favoriser la collaboration entre les architectes et les équipes TI</a:t>
            </a:r>
          </a:p>
          <a:p>
            <a:r>
              <a:t>• Permettre l’évolution vers une solution complète et gouvernée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Comparaison des Outils Professionnels (MVP)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Critère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Bizzdesign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OrbusInfinity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MEGA HOPEX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ServiceNow APM/CMDB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Positionnement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Modélisation 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Référentiel EA intégré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Gouvernance globale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CMDB applicative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Facilité mise en œuvre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Moyenne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Moyenne à élevée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Faible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Bonne (si existant)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Modélisation graphique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✔️ Archimate, BPMN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✔️ + Visio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✔️ très avancée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❌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Évolution vers cible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✔️ Scalable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✔️ Très évolutif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✔️ mais rigide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✔️ limité ITSM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Recommandation stratégique pour le MVP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• 👉 OrbusInfinity : pour un référentiel riche, extensible, compatible M365</a:t>
            </a:r>
          </a:p>
          <a:p>
            <a:r>
              <a:t>• 👉 Bizzdesign : pour modéliser et structurer rapidement avec une interface conviviale</a:t>
            </a:r>
          </a:p>
          <a:p>
            <a:r>
              <a:t>• 👉 ServiceNow APM : pour capitaliser rapidement si l’outil est déjà en place</a:t>
            </a:r>
          </a:p>
          <a:p>
            <a:r>
              <a:t>• ❌ MEGA HOPEX : à éviter pour un MVP (lourd, long à déployer)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Message à la Direction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 MVP que nous proposons repose sur des outils professionnels éprouvés, avec une approche pragmatique :</a:t>
            </a:r>
          </a:p>
          <a:p/>
          <a:p>
            <a:r>
              <a:t>• Démarrage rapide et structuré</a:t>
            </a:r>
          </a:p>
          <a:p>
            <a:r>
              <a:t>• Gouvernance dès la phase initiale</a:t>
            </a:r>
          </a:p>
          <a:p>
            <a:r>
              <a:t>• Possibilité d’évolution sans rupture</a:t>
            </a:r>
          </a:p>
          <a:p/>
          <a:p>
            <a:r>
              <a:t>➡️ C’est un investissement à faible risque, mais à forte valeur.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Étapes de mise en place – OrbusInfinity + SharePoint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Cadrage du besoin</a:t>
            </a:r>
          </a:p>
          <a:p>
            <a:r>
              <a:t>   • Cas d’usage MVP (applications, processus…)</a:t>
            </a:r>
          </a:p>
          <a:p>
            <a:r>
              <a:t>   • Parties prenantes, premiers objets</a:t>
            </a:r>
          </a:p>
          <a:p/>
          <a:p>
            <a:r>
              <a:t>2. Définition du métamodèle</a:t>
            </a:r>
          </a:p>
          <a:p>
            <a:r>
              <a:t>   • Objets, attributs, relations</a:t>
            </a:r>
          </a:p>
          <a:p>
            <a:r>
              <a:t>   • Exemple : Application ↔ Domaine ↔ Processus</a:t>
            </a:r>
          </a:p>
          <a:p/>
          <a:p>
            <a:r>
              <a:t>3. Configuration OrbusInfinity</a:t>
            </a:r>
          </a:p>
          <a:p>
            <a:r>
              <a:t>   • Modèle, vues, rôles</a:t>
            </a:r>
          </a:p>
          <a:p>
            <a:r>
              <a:t>   • Lien SharePoint pour documents/support</a:t>
            </a:r>
          </a:p>
          <a:p/>
          <a:p>
            <a:r>
              <a:t>4. Alimentation initiale</a:t>
            </a:r>
          </a:p>
          <a:p>
            <a:r>
              <a:t>   • Données issues d’Excel / CMDB</a:t>
            </a:r>
          </a:p>
          <a:p>
            <a:r>
              <a:t>   • Validation progressive du contenu</a:t>
            </a:r>
          </a:p>
          <a:p/>
          <a:p>
            <a:r>
              <a:t>5. Publication et collaboration</a:t>
            </a:r>
          </a:p>
          <a:p>
            <a:r>
              <a:t>   • Portail Orbus, navigation</a:t>
            </a:r>
          </a:p>
          <a:p>
            <a:r>
              <a:t>   • SharePoint : commentaires, validation</a:t>
            </a:r>
          </a:p>
          <a:p/>
          <a:p>
            <a:r>
              <a:t>6. Retour d’expérience et ajustements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